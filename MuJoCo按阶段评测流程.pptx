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评的是 NPU 上优化过的碰撞检测，对手是原版 MuJoCo。</a:t>
            </a:r>
          </a:p>
          <a:p>
            <a:r>
              <a:t>方法学不是自己拍的，抄 MuJoCo / MuJoCo Warp 官方按阶段的评测。</a:t>
            </a:r>
          </a:p>
          <a:p>
            <a:r>
              <a:t>先讲官方两条线，再讲我们怎么落成 4 泳道 2 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直接可测；Q2 要小心，fp64 是标尺，'更好'只有更快和少数更鲁棒。</a:t>
            </a:r>
          </a:p>
          <a:p>
            <a:r>
              <a:t>mj_step 拆 8 阶段，已验证依次调用 == mj_forward 逐位相同。</a:t>
            </a:r>
          </a:p>
          <a:p>
            <a:r>
              <a:t>NPU 只改 S3，S4→S10 是传播——这决定了对照点怎么选。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 1 参照物是自己，线 2 参照物是实时 C 引擎。</a:t>
            </a:r>
          </a:p>
          <a:p>
            <a:r>
              <a:t>容差差一个数量级：bit 级 vs 5% / 1cm。</a:t>
            </a:r>
          </a:p>
          <a:p>
            <a:r>
              <a:t>结论：我们抄线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碰撞相关是 engine_collision_*_test.cc，按阶段分组。</a:t>
            </a:r>
          </a:p>
          <a:p>
            <a:r>
              <a:t>pipeline_test 做跨配置一致性：稀疏/稠密、solver A/B 必须一致。</a:t>
            </a:r>
          </a:p>
          <a:p>
            <a:r>
              <a:t>局限：它就是参照，不做跨实现比对。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六个做法：pytest+CI、按阶段分文件、C 当真值、无序匹配、两档容差、已知差异 collider。</a:t>
            </a:r>
          </a:p>
          <a:p>
            <a:r>
              <a:t>右边是官方实测容差，条越长越宽松。</a:t>
            </a:r>
          </a:p>
          <a:p>
            <a:r>
              <a:t>我们的 NPU 阈值不该比这更严。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这页是核心：每个阶段边界抽一组 mjData 字段来比。</a:t>
            </a:r>
          </a:p>
          <a:p>
            <a:r>
              <a:t>S3 出接触，S4 变约束行，S9 变 qacc，S10 变 qpos——一条传播链。</a:t>
            </a:r>
          </a:p>
          <a:p>
            <a:r>
              <a:t>这张表就是 harness 的对照清单。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不比 GJK/EPA 内部，只比阶段输出——和 NPU 实现无关。</a:t>
            </a:r>
          </a:p>
          <a:p>
            <a:r>
              <a:t>四泳道：fp64 真值 / fp32 隔离精度损失 / mjwarp 参考带 / npu 被测。</a:t>
            </a:r>
          </a:p>
          <a:p>
            <a:r>
              <a:t>free 看传播，hybrid 回答'差异是否影响结果'。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硬门禁：漏检=0、法向翻转=0、broadphase 非子集。</a:t>
            </a:r>
          </a:p>
          <a:p>
            <a:r>
              <a:t>其余 p95 阈值由 cpu_fp64 对 cpu_fp32 实测带 ×1.5。</a:t>
            </a:r>
          </a:p>
          <a:p>
            <a:r>
              <a:t>S9 的 qacc、S10 的轨迹是最能支撑决策的两项。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 NPU 新构建跑一遍：E0→E4。</a:t>
            </a:r>
          </a:p>
          <a:p>
            <a:r>
              <a:t>已实现，pytest 27 passed，退出码就是 CI gate。</a:t>
            </a:r>
          </a:p>
          <a:p>
            <a:r>
              <a:t>缺的只是真 NPU 后端和 MJWarp/fp32 两条泳道。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本周就能做：接 MJWarp 泳道 + 建 fp32 泳道标阈值。</a:t>
            </a:r>
          </a:p>
          <a:p>
            <a:r>
              <a:t>同时发 Phase 0 五问，第 3 条（ccd 参数是否改）最关键。</a:t>
            </a:r>
          </a:p>
          <a:p>
            <a:r>
              <a:t>拿到 NPU 后接一个接口，跑首轮报告。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OFFICIAL STAGE-BASED EVALUATION · NPU COLLISION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MuJoCo 按阶段的评测流程</a:t>
            </a:r>
          </a:p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—— 官方方法总结 与 NPU 碰撞检测对接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对齐 MuJoCo / MuJoCo Warp 官方按 mj_step 阶段的评测体系，落成一套可执行的对比测评：和原版比，效果有无差异、能不能更好。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57800"/>
            <a:ext cx="3393338" cy="105156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394960"/>
            <a:ext cx="302757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官方两条线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FCD"/>
                </a:solidFill>
                <a:latin typeface="Arial"/>
                <a:ea typeface="Microsoft YaHei"/>
                <a:cs typeface="Arial"/>
              </a:rPr>
              <a:t>C 单测 · MuJoCo Warp 跨实现对照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9178" y="5257800"/>
            <a:ext cx="3393338" cy="105156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0346" y="5394960"/>
            <a:ext cx="302757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阶段级对照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FCD"/>
                </a:solidFill>
                <a:latin typeface="Arial"/>
                <a:ea typeface="Microsoft YaHei"/>
                <a:cs typeface="Arial"/>
              </a:rPr>
              <a:t>只比 mj_step 阶段边界的 mjData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8276" y="5257800"/>
            <a:ext cx="3393338" cy="105156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9444" y="5394960"/>
            <a:ext cx="302757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泳道 · 2 模式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FCFCD"/>
                </a:solidFill>
                <a:latin typeface="Arial"/>
                <a:ea typeface="Microsoft YaHei"/>
                <a:cs typeface="Arial"/>
              </a:rPr>
              <a:t>cpu64 / cpu32 / mjwarp / npu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FCFCD"/>
                </a:solidFill>
                <a:latin typeface="Consolas"/>
                <a:ea typeface="Microsoft YaHei"/>
                <a:cs typeface="Consolas"/>
              </a:rPr>
              <a:t>汇报 · 2026-09-09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背景 ·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评测要回答什么 · mj_step 在哪些阶段可比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两个问题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521208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Q1 有无差异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同输入喂两边，比接触 / 轨迹 / 统计分布。直接可测。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521208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84448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Q2 能不能更好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更快 = 可比；更准 = 难（fp64 本身是标尺）；更鲁棒 = 退化位形成功率。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521208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27448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对照要求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受控变量：只换碰撞后端；多种子；标注硬件对等性。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508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mj_step 的 8 个计算阶段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86584"/>
            <a:ext cx="14630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31720"/>
            <a:ext cx="3870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运动学 / 惯量   ← 传播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53512"/>
            <a:ext cx="146304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8986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6B35"/>
                </a:solidFill>
                <a:latin typeface="Consolas"/>
                <a:ea typeface="Microsoft YaHei"/>
                <a:cs typeface="Consolas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98648"/>
            <a:ext cx="3870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碰撞检测   ← NPU 唯一改动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20440"/>
            <a:ext cx="14630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46557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465576"/>
            <a:ext cx="3870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构建约束   ← 传播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87368"/>
            <a:ext cx="14630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3250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32504"/>
            <a:ext cx="3870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速度相关   ← 传播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54296"/>
            <a:ext cx="14630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5994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599432"/>
            <a:ext cx="3870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约束求解   ← 传播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221224"/>
            <a:ext cx="14630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51663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166360"/>
            <a:ext cx="3870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积分   ← 传播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S1/S2/S7 与碰撞无关，正确 harness 里应 bit 相同；S4→S10 只因 S3 变化而变化。每阶段有官方 timer（mjTIMER_*）。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OFFICIAL SYSTEM · 官方评测体系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两条线 + 一套性能基准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线 1 · MuJoCo C 单元测试  —  </a:t>
            </a:r>
            <a:r>
              <a:rPr sz="11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白盒，1 测试文件 ↔ 1 源文件；按 mj_step 阶段分组。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0008"/>
            <a:ext cx="109115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线 2 · MuJoCo Warp 测试  —  </a:t>
            </a:r>
            <a:r>
              <a:rPr sz="11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另一个实现 与 C 引擎做容差对照 —— 与我们场景对口。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16936"/>
            <a:ext cx="109115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性能基准  —  </a:t>
            </a:r>
            <a:r>
              <a:rPr sz="11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test/benchmark（ccd / step）+ MJWarp nightly dashboard，只跟踪速度。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911535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730752"/>
            <a:ext cx="237174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对照维度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1278" y="3730752"/>
            <a:ext cx="405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MuJoCo C 单测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8022" y="3730752"/>
            <a:ext cx="405044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MuJoCo Warp 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87952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261104"/>
            <a:ext cx="237174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参照物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1278" y="4261104"/>
            <a:ext cx="405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自己（expected / 解析闭式解）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8022" y="4261104"/>
            <a:ext cx="405044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实时跑的 C 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18304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791456"/>
            <a:ext cx="237174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组织方式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1278" y="4791456"/>
            <a:ext cx="405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按源文件 1:1（白盒）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8022" y="4791456"/>
            <a:ext cx="405044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按阶段 / 子系统分文件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48656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321808"/>
            <a:ext cx="237174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容差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1278" y="5321808"/>
            <a:ext cx="405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fp64 1e-11 / fp32 1e-4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8022" y="5321808"/>
            <a:ext cx="405044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接触几何 5e-2·1e-2 / 材料 5e-4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77900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852160"/>
            <a:ext cx="237174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匹配 / 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1278" y="5852160"/>
            <a:ext cx="405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逐条 bit 级 · GoogleTest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8022" y="5852160"/>
            <a:ext cx="405044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无序接触匹配 · pytest + absltest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0936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我们的 NPU 是“另一个实现”，所以照线 2 的做法：容差制 + 无序匹配 + 按阶段分文件，不是线 1 的 bit 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TRACK 1 · MuJoCo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MuJoCo C 引擎单元测试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01752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01 白盒组织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按 mj_step 阶段分组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828800"/>
            <a:ext cx="301752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938528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02 1:1 映射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一个测试文件对应一个源文件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301752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03 自己是参照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比硬编码 expected 或解析闭式解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880360"/>
            <a:ext cx="301752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990088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04 跨配置不变量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pipeline_test.cc：稀疏 vs 稠密、solver A/B 结果必须一致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301752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05 容差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MjTol：fp64 1e-11 / fp32 1e-4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931920"/>
            <a:ext cx="301752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041648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06 性能分离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test/benchmark 只测速度，正确性由 engine 测试保证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828800"/>
            <a:ext cx="4144975" cy="39319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011680"/>
            <a:ext cx="3596335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碰撞相关测试文件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25252"/>
                </a:solidFill>
                <a:latin typeface="Consolas"/>
                <a:ea typeface="Microsoft YaHei"/>
                <a:cs typeface="Consolas"/>
              </a:rPr>
              <a:t>engine_collision_driver_test.cc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25252"/>
                </a:solidFill>
                <a:latin typeface="Consolas"/>
                <a:ea typeface="Microsoft YaHei"/>
                <a:cs typeface="Consolas"/>
              </a:rPr>
              <a:t>engine_collision_gjk_test.cc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25252"/>
                </a:solidFill>
                <a:latin typeface="Consolas"/>
                <a:ea typeface="Microsoft YaHei"/>
                <a:cs typeface="Consolas"/>
              </a:rPr>
              <a:t>engine_collision_box_test.cc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25252"/>
                </a:solidFill>
                <a:latin typeface="Consolas"/>
                <a:ea typeface="Microsoft YaHei"/>
                <a:cs typeface="Consolas"/>
              </a:rPr>
              <a:t>engine_collision_convex_test.cc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25252"/>
                </a:solidFill>
                <a:latin typeface="Consolas"/>
                <a:ea typeface="Microsoft YaHei"/>
                <a:cs typeface="Consolas"/>
              </a:rPr>
              <a:t>engine_collision_sdf_test.cc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6B35"/>
                </a:solidFill>
                <a:latin typeface="Consolas"/>
                <a:ea typeface="Microsoft YaHei"/>
                <a:cs typeface="Consolas"/>
              </a:rPr>
              <a:t>pipeline_test.cc  跨配置一致性</a:t>
            </a:r>
          </a:p>
          <a:p>
            <a:pPr algn="l">
              <a:lnSpc>
                <a:spcPct val="150000"/>
              </a:lnSpc>
            </a:pPr>
            <a:r>
              <a:rPr sz="60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25252"/>
                </a:solidFill>
                <a:latin typeface="Consolas"/>
                <a:ea typeface="Microsoft YaHei"/>
                <a:cs typeface="Consolas"/>
              </a:rPr>
              <a:t>benchmark：ccd /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局限：参照物是自己（expected / 解析解），不和“另一个实现”比 —— 所以它不能直接套到 NPU 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TRACK 2 · MuJoCo Warp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跨实现容差对照 —— 我们直接抄的模板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① pytest + CI  </a:t>
            </a: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uv run pytest -n 8 ·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② 按阶段分文件  </a:t>
            </a: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collision_driver / constraint / solver / forward _test.py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9816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③ C 引擎当真值  </a:t>
            </a: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mj_collision(mjm, mjd) 生成参考接触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58184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④ 无序接触匹配  </a:t>
            </a: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对每个参考接触扫全部被测，dist ∧ pos ∧ frame 全在容差内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16552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⑤ 两档容差  </a:t>
            </a: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接触几何 5e-2 / 1e-2；材料属性 5e-4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⑥ 已知差异 collider  </a:t>
            </a: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PLANE&lt;&gt;MESH 4 vs 3 等，ncon 判据放宽成 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37360"/>
            <a:ext cx="3962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官方容差实测值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677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几何 rtol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2286000"/>
            <a:ext cx="1626132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2935" y="224028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5e-2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8346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几何 atol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852928"/>
            <a:ext cx="1484729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2935" y="2807208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1e-2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0156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材料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3419856"/>
            <a:ext cx="1272625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82935" y="337413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5e-4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96849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pipe fp32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3986784"/>
            <a:ext cx="1095871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2935" y="3941064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1e-4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53542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MJX 平滑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4553712"/>
            <a:ext cx="97214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2935" y="4507992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5e-5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10235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pipe fp64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5120640"/>
            <a:ext cx="247454" cy="1463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82935" y="50749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1e-11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DeepMind 自己两个实现之间，接触位置 / 穿透深度容差就是 5% / 1cm。fp32 不可能 bit 一致 —— 只能容差制。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STAGE MAP · 对照点全表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8 个阶段边界，逐个比 mjData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147" y="17647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调用函数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3672" y="17647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官方 timer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8892" y="17647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对照的 mjData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219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S1 运动学/惯量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147" y="22219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mj_fwdKinematics · mj_makeM/factorM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3672" y="22219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POS_KINEMATICS / INERTIA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8892" y="22219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geom_xpos · qM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06040"/>
            <a:ext cx="10911535" cy="457200"/>
          </a:xfrm>
          <a:prstGeom prst="rect">
            <a:avLst/>
          </a:prstGeom>
          <a:solidFill>
            <a:srgbClr val="FF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060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6791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6B35"/>
                </a:solidFill>
                <a:latin typeface="Consolas"/>
                <a:ea typeface="Microsoft YaHei"/>
                <a:cs typeface="Consolas"/>
              </a:rPr>
              <a:t>S3 碰撞检测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147" y="26791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mj_collision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3672" y="26791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POS_COLLISION / COL_BROAD/NARROW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8892" y="26791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ncon · contact[]（dist/pos/frame）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632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1363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S4 构建约束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147" y="31363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mj_makeConstraint · mj_island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3672" y="31363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POS_MAKE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8892" y="31363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nefc · efc_J · efc_pos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5204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5935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S5 投影约束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147" y="35935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mj_projectConstraint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3672" y="35935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POS_PROJECT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8892" y="35935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efc_AR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776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0507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S6 速度相关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147" y="40507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mj_fwdVelocity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3672" y="40507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VELOCITY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8892" y="40507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efc_aref · qfrc_bias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4348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5079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S7 执行器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147" y="45079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mj_fwdActuation / Acceleration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3672" y="45079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ACTUATION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8892" y="45079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qfrc_smooth · qacc_smooth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8920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9651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S9 约束求解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147" y="49651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mj_fwdConstraint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3672" y="49651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CONSTRAINT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8892" y="49651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qacc · efc_force · solver_niter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3492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422392"/>
            <a:ext cx="18376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S10 积分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147" y="5422392"/>
            <a:ext cx="316022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mj_Euler / implicit / RK4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3672" y="5422392"/>
            <a:ext cx="249891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ADVANCE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8892" y="5422392"/>
            <a:ext cx="282957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qpos · qvel · act · 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80644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已验证依次调用这些函数 == mj_forward()+mj_Euler() 逐位相同。S3 是 NPU 唯一改动的阶段，S4→S10 是它的传播。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OUR APPROACH · 我们的方案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按阶段比，不按算子比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7772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103628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RULE   </a:t>
            </a:r>
            <a:r>
              <a:rPr sz="115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只看 mj_step 各阶段边界的 mjData；GJK simplex / EPA polytope / 迭代数当黑盒 —— 和 MuJoCo Warp 一致。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10911535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62072"/>
            <a:ext cx="20360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泳道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539" y="2862072"/>
            <a:ext cx="50912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3075" y="2862072"/>
            <a:ext cx="33453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依赖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19272"/>
            <a:ext cx="20360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cpu_fp64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539" y="3319272"/>
            <a:ext cx="50912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官方 double 构建，唯一 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3075" y="3319272"/>
            <a:ext cx="33453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默认 wheel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76472"/>
            <a:ext cx="20360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cpu_fp32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539" y="3776472"/>
            <a:ext cx="50912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“纯精度损失”基线，标定容差阈值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075" y="3776472"/>
            <a:ext cx="33453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单独 float 构建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233672"/>
            <a:ext cx="20360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mjwarp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5539" y="4233672"/>
            <a:ext cx="50912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GPU 参考带（对标成熟移植）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075" y="4233672"/>
            <a:ext cx="33453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NVIDIA GPU + mujoco-warp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17720"/>
            <a:ext cx="10911535" cy="457200"/>
          </a:xfrm>
          <a:prstGeom prst="rect">
            <a:avLst/>
          </a:prstGeom>
          <a:solidFill>
            <a:srgbClr val="FF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1772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690872"/>
            <a:ext cx="2036003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6B35"/>
                </a:solidFill>
                <a:latin typeface="Consolas"/>
                <a:ea typeface="Microsoft YaHei"/>
                <a:cs typeface="Consolas"/>
              </a:rPr>
              <a:t>npu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5539" y="4690872"/>
            <a:ext cx="50912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被测对象，接 NpuHandle.collision_only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3075" y="4690872"/>
            <a:ext cx="33453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填 1 个接口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7492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5227167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free · 自由运行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各泳道同初值跑 N 步，每步在 S3/S4/S6/S9/S10 边界快照，看差异收敛还是发散。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7" y="5349240"/>
            <a:ext cx="5227167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hybrid · 混合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NPU 只跑碰撞，接触喂回同一 cpu_fp64 求解器，比 qacc / 下一帧 qpos —— 碰撞差异影不影响仿真。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STAGE GATES · 判据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每个阶段卡什么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911535" cy="127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19520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1604" y="1810512"/>
            <a:ext cx="656848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判据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6394" y="1810512"/>
            <a:ext cx="195206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阈值来源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9424"/>
            <a:ext cx="10911535" cy="512064"/>
          </a:xfrm>
          <a:prstGeom prst="rect">
            <a:avLst/>
          </a:prstGeom>
          <a:solidFill>
            <a:srgbClr val="FF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9424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22576"/>
            <a:ext cx="19520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6B35"/>
                </a:solidFill>
                <a:latin typeface="Consolas"/>
                <a:ea typeface="Microsoft YaHei"/>
                <a:cs typeface="Consolas"/>
              </a:rPr>
              <a:t>S3 碰撞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1604" y="2322576"/>
            <a:ext cx="656848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漏检率 = 0 · 法向翻转 = 0 · dist/pos/normal p95 ≤ 阈值 · broadphase 非子集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6394" y="2322576"/>
            <a:ext cx="195206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硬门禁 + fp32 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614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34640"/>
            <a:ext cx="19520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S4 构建约束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1604" y="2834640"/>
            <a:ext cx="656848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nefc 一致（接触对齐后）· efc_J 相对差 p95 ≤ 阈值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6394" y="2834640"/>
            <a:ext cx="195206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fp32 带 ×1.5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73552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346704"/>
            <a:ext cx="19520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S6 速度相关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1604" y="3346704"/>
            <a:ext cx="656848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efc_aref · qfrc_bias 相对差 p95 ≤ 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6394" y="3346704"/>
            <a:ext cx="195206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fp32 带 ×1.5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85616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58768"/>
            <a:ext cx="19520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S9 约束求解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1604" y="3858768"/>
            <a:ext cx="656848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‖qacc − qacc_ref‖∞ p95 ≤ 阈值 · solver_niter 差 ≤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6394" y="3858768"/>
            <a:ext cx="195206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fp32 带 ×1.5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297680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370832"/>
            <a:ext cx="19520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S10 积分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1604" y="4370832"/>
            <a:ext cx="656848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qpos / qvel 逐步 H 步发散不超 fp32 包络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6394" y="4370832"/>
            <a:ext cx="195206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fp32 包络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09744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102352"/>
            <a:ext cx="10911535" cy="731520"/>
          </a:xfrm>
          <a:prstGeom prst="rect">
            <a:avLst/>
          </a:prstGeom>
          <a:solidFill>
            <a:srgbClr val="FF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硬门禁（无条件）   </a:t>
            </a:r>
            <a:r>
              <a:rPr sz="11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漏检率 = 0 · 法向翻转率 = 0 · broadphase 不得是 CPU 的子集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p95 阈值 = cpu_fp64 vs cpu_fp32 实测误差带 × 1.5；硬门禁不受标定影响。CI 退出码 = gate。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EXECUTION · 执行流程与现状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每个 NPU 构建跑一遍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00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E0 环境校验   </a:t>
            </a: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golden checksum 未漂移 · 全模型可加载 · opt 开关与 golden 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15184"/>
            <a:ext cx="6400800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06624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E1 冒烟   </a:t>
            </a: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跑若干步不崩 · 无 NaN · ncon &gt;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01568"/>
            <a:ext cx="6400800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E2 逐阶段对照   </a:t>
            </a: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S3 → S4 → S9 → S10 边界比 mjData，逐阶段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87952"/>
            <a:ext cx="6400800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79392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E3 下游敏感度   </a:t>
            </a: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hybrid：碰撞喂回 CPU 求解器，比 qacc / qpos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74336"/>
            <a:ext cx="6400800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65776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E4 判定 + 报告   </a:t>
            </a: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按阶段出误差表；退出码即 CI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828800"/>
            <a:ext cx="4144975" cy="39319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11680"/>
            <a:ext cx="3596335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落地状态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✓ 阶段分解已验证 == mj_forward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✓ 4 泳道骨架 + Mock NPU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✓ free + hybrid + 5 阶段 gate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✓ golden + pytest 27 passed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☐ 待接 NpuHandle.collision_only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☐ 待接 MJWarp 泳道 + fp32 标阈值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已实现 npu_collision_eval/（Python 包）。无 NPU 时用 mock 泳道即可跑通全流程、自检 gate 逻辑。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NEXT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3840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NPU 碰撞检测评测流程 ·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下一步 与 三条结论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58368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A · 本周（不等人）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① 内部 N 卡机器接 MJWarp 泳道 → 拿参考带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② 建 cpu_fp32 泳道 → gen_golden 产出 fp32 带 → 回填阈值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658368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B · 发一封邮件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Phase 0 五问：offload 边界 / 精度 / ccd 参数是否改（最关键）/ 对标 native 还是 libccd / 接口形态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6583680" cy="1905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681728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C · 拿到 NPU 后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接 NpuHandle.collision_only → 全泳道跑 free+hybrid → 出首轮报告（有无差异 / 是否影响结果 / 加速比是否划算）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828800"/>
            <a:ext cx="396209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920240"/>
            <a:ext cx="39620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01 官方两条线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C 单测（自己是参照）+ MuJoCo Warp（跨实现容差对照，按阶段分文件）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3200400"/>
            <a:ext cx="396209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291840"/>
            <a:ext cx="39620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02 我们的落点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阶段级 · 4 泳道 · 2 模式 · S3/S4/S6/S9/S10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572000"/>
            <a:ext cx="396209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663440"/>
            <a:ext cx="39620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03 现状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harness 已跑通（pytest 27 passed）· 待接 NPU 后端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961888"/>
            <a:ext cx="10911535" cy="1270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关键路径：B(邮件) + A(MJWarp/fp32) → C(接 NPU) → 首轮报告。硬件到位前 A/B 可做完（约 3 天）。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