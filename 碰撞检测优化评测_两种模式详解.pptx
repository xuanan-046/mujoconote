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55555"/>
                </a:solidFill>
                <a:latin typeface="Segoe UI"/>
              </a:rPr>
              <a:t>碰撞检测优化评测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00000"/>
                </a:solidFill>
                <a:latin typeface="Microsoft YaHei"/>
              </a:rPr>
              <a:t>两种评测模式详解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8288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00000"/>
                </a:solidFill>
                <a:latin typeface="Microsoft YaHei"/>
              </a:rPr>
              <a:t>混合模式 HYBRID</a:t>
            </a:r>
            <a:r>
              <a:rPr sz="1600" b="0">
                <a:solidFill>
                  <a:srgbClr val="000000"/>
                </a:solidFill>
                <a:latin typeface="Microsoft YaHei"/>
              </a:rPr>
              <a:t>  与  </a:t>
            </a:r>
            <a:r>
              <a:rPr sz="1600" b="1">
                <a:solidFill>
                  <a:srgbClr val="C00000"/>
                </a:solidFill>
                <a:latin typeface="Microsoft YaHei"/>
              </a:rPr>
              <a:t>自由模式 FREE</a:t>
            </a:r>
            <a:r>
              <a:rPr sz="1600" b="0">
                <a:solidFill>
                  <a:srgbClr val="000000"/>
                </a:solidFill>
                <a:latin typeface="Microsoft YaHei"/>
              </a:rPr>
              <a:t>  —  检查项、参数依据与真机实测数据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Microsoft YaHei"/>
              </a:rPr>
              <a:t>NPU物理引擎优化评测项目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01 整体设计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两种评测模式概览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0000"/>
                </a:solidFill>
                <a:latin typeface="Microsoft YaHei"/>
              </a:rPr>
              <a:t>碰撞检测这一步的输出是一组接触点。要验证接触点算得对不对，设计上用两种互补的方式测。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212080" cy="3931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00000"/>
                </a:solidFill>
                <a:latin typeface="Microsoft YaHei"/>
              </a:rPr>
              <a:t>混合模式 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000000"/>
                </a:solidFill>
                <a:latin typeface="Microsoft YaHei"/>
              </a:rPr>
              <a:t>把碰撞检测单独隔离出来测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被测泳道只算接触点，喂给参考泳道的求解器继续跑完剩下流程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两条路径建约束往后用完全同一套代码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000000"/>
                </a:solidFill>
                <a:latin typeface="Microsoft YaHei"/>
              </a:rPr>
              <a:t>目的：</a:t>
            </a:r>
            <a:r>
              <a:rPr sz="1450" b="0">
                <a:solidFill>
                  <a:srgbClr val="555555"/>
                </a:solidFill>
                <a:latin typeface="Microsoft YaHei"/>
              </a:rPr>
              <a:t>保证观察到的差异只能来自碰撞检测这一步，排除下游求解器实现差异的干扰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148840"/>
            <a:ext cx="5212080" cy="3931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00000"/>
                </a:solidFill>
                <a:latin typeface="Microsoft YaHei"/>
              </a:rPr>
              <a:t>自由模式 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5720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000000"/>
                </a:solidFill>
                <a:latin typeface="Microsoft YaHei"/>
              </a:rPr>
              <a:t>看误差会不会随多步演化累积放大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两条泳道各自独立跑20步真实物理演化，不借用对方任何中间结果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每一步都在5个阶段边界各自拍快照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000000"/>
                </a:solidFill>
                <a:latin typeface="Microsoft YaHei"/>
              </a:rPr>
              <a:t>目的：</a:t>
            </a:r>
            <a:r>
              <a:rPr sz="1450" b="0">
                <a:solidFill>
                  <a:srgbClr val="555555"/>
                </a:solidFill>
                <a:latin typeface="Microsoft YaHei"/>
              </a:rPr>
              <a:t>测真实部署场景——单步误差虽小，连续跑下去会不会发散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02 混合模式 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混合模式评测流程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被测泳道只算接触点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调用 collision_only，只跑碰撞检测这一步，拿到一组接触点数据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接触点喂给参考泳道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把这组接触点注入参考泳道(cpu_fp64)的 mjData，顶替它自己算出的接触点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235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参考泳道继续跑完全流程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建约束、速度相关、求解、积分，这几步全部用参考泳道自己的代码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667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比较最终结果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跟参考泳道完全独立运行一遍的真实结果比较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088136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0000"/>
                </a:solidFill>
                <a:latin typeface="Microsoft YaHei"/>
              </a:rPr>
              <a:t>关键设计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00000"/>
                </a:solidFill>
                <a:latin typeface="Microsoft YaHei"/>
              </a:rPr>
              <a:t>第3步往后两条路径用的是完全同一套代码，唯一的变量是接触点是谁算的——保证观察到的任何差异只能来自碰撞检测这一步，排除下游求解器实现差异的干扰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混合模式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02 混合模式 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检查项：共8个，不是只有7个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0000"/>
                </a:solidFill>
                <a:latin typeface="Microsoft YaHei"/>
              </a:rPr>
              <a:t>S3阶段7个字段 + S9阶段1个简化检查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667511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609"/>
                <a:gridCol w="2730730"/>
                <a:gridCol w="16687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</a:rPr>
                        <a:t>S3 阶段字段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</a:rPr>
                        <a:t>中文名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missed_rate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漏检率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硬门禁 =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normal_flip_rate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法向翻转率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硬门禁 =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ncon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接触点总数一致性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硬门禁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dist_abs_p95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穿透深度绝对误差95分位数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软阈值 5.0e-3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pos_l2_p95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接触点位置误差95分位数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软阈值 5.0e-3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normal_deg_p95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接触法向角度误差95分位数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软阈值 5.0°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spurious_rate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虚检率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Microsoft YaHei"/>
                        </a:rPr>
                        <a:t>软阈值 0.02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52360" y="2011680"/>
            <a:ext cx="3977639" cy="14630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194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0000"/>
                </a:solidFill>
                <a:latin typeface="Microsoft YaHei"/>
              </a:rPr>
              <a:t>额外1项  S9简化检查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60604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Microsoft YaHei"/>
              </a:rPr>
              <a:t>qacc_linf  关节加速度最大绝对误差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Microsoft YaHei"/>
              </a:rPr>
              <a:t>只检查这一个字段，用最终加速度对不对反过来验证接触点靠不靠谱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749039"/>
            <a:ext cx="39776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Microsoft YaHei"/>
              </a:rPr>
              <a:t>判定规则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00000"/>
                </a:solidFill>
                <a:latin typeface="Microsoft YaHei"/>
              </a:rPr>
              <a:t>这8项必须全部达标，才算这个case在混合模式通过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混合模式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02 混合模式 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混合模式 case 清单（共59个）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0000"/>
                </a:solidFill>
                <a:latin typeface="Microsoft YaHei"/>
              </a:rPr>
              <a:t>analytic 有解析解（8个，全部列出）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gjk_sphere_sphere_dist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gjk_sphere_sphere_dist_cutoff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gjk_sphere_sphere_no_dist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gjk_sphere_sphere_intersect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gjk_capsule_capsule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plane_sphere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sphere_plane_grazing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sphere_sphere_overlap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0000"/>
                </a:solidFill>
                <a:latin typeface="Microsoft YaHei"/>
              </a:rPr>
              <a:t>primitive 基础几何体（4个，全部列出）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box_plane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capsule_capsule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plane_capsule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Segoe UI"/>
              </a:rPr>
              <a:t>plane_ellipsoid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1106424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0000"/>
                </a:solidFill>
                <a:latin typeface="Microsoft YaHei"/>
              </a:rPr>
              <a:t>degenerate 退化位形（47个，按分组列出）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7863840"/>
              </a:tblGrid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分组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代表case名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箱-箱深度/尺寸系列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gjk_box_box / _large / _depth / _depth2 / _depth3 / _size05 / _size05b / _size05c / _touching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箱-箱多接触点系列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gjk_box_box_multi_c_c_d 及 d2~d15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箱子棱边系列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gjk_box_edge / _edge2 / _edge_edge / _edge_flipped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箱子-mesh系列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gjk_box_mesh / _mesh2 / _mesh_prune / gjk_small_box_mesh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mesh-mesh/mesh边缘系列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gjk_mesh_mesh / _mesh_prune / gjk_mesh_edge / _edge2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椭球系列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gjk_ellipsoid_ellipsoid / _intersect / _slow_convergence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细长箱体/圆柱贴边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gjk_long_box、gjk_cylinder_box_margin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mjwarp官方+本项目补充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box_box_ee / _ee_deep / _vf、convex_convex、box_plane_flush、capsule_capsule_parallel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混合模式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4b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02 混合模式 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实测数据：116 / 118   通过率 98.3%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51760" cy="1600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00000"/>
                </a:solidFill>
                <a:latin typeface="Segoe UI"/>
              </a:rPr>
              <a:t>116/118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总通过数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98.3%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651760" cy="1600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Segoe UI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case总数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× 2类检查 = 118项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651760" cy="1600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核心tier例外数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analytic + primitive 24个零例外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737360"/>
            <a:ext cx="2651760" cy="16002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019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0000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fail的case数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degenerate tier 独立个例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6118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1106424"/>
                <a:gridCol w="1307592"/>
                <a:gridCol w="1106424"/>
                <a:gridCol w="5230368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tier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case数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通过/总数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通过率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analytic 有解析解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16/16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核心正确性硬指标，零例外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primitive 基础几何体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8/8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核心正确性硬指标，零例外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degenerate 退化位形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47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92/94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97.9%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box_plane_flush 零间隙硬门禁；gjk_cylinder_box_margin 的 S3 精度超标1.38倍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混合模式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自由模式评测流程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同一初始状态出发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两条泳道(cpu_fp64 / mjwarp)从同一个初始qpos/qvel开始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各自独立推进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不借用对方任何中间结果，各跑各的物理演化，连续跑20步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235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每步5阶段都拍快照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S3/S4/S6/S9/S10边界各自记录数据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66760" y="2798064"/>
            <a:ext cx="36576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737360"/>
            <a:ext cx="2286000" cy="23774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920240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000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60604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Microsoft YaHei"/>
              </a:rPr>
              <a:t>逐步比较+看累积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0896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不仅看单步对不对，还看误差会不会随步数放大甚至发散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0881360" cy="13716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0000"/>
                </a:solidFill>
                <a:latin typeface="Microsoft YaHei"/>
              </a:rPr>
              <a:t>跟混合模式的关键区别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00000"/>
                </a:solidFill>
                <a:latin typeface="Microsoft YaHei"/>
              </a:rPr>
              <a:t>混合模式只跑一次，测不出单步小误差连续演化下去会不会累积放大；自由模式是真实部署场景的还原，两条路径全程互不借用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自由模式 case 清单（共3个）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555"/>
                </a:solidFill>
                <a:latin typeface="Microsoft YaHei"/>
              </a:rPr>
              <a:t>全部真机验证过的几何参数，不是口算估的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4206239"/>
                <a:gridCol w="42976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case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刚体数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场景描述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初始接触状态（已用引擎验证）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box_drop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1 单体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单个半边长0.5的箱子，倾斜3°/2°自由下落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初始0个接触点，最低点离地板0.0174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box_stack3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3 多体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三个半边长0.5的立方体叠放，中心分别在z=0.5/1.5/2.5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12个接触点，dist 全部精确为 0（零间隙）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spheres_20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20 多体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20个半径0.1的球沿一条线排列，相邻球心间距0.19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39个接触点：20个球-地板 dist=0，19个球-球 dist=-0.01（轻微穿透）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63440"/>
            <a:ext cx="11064240" cy="15544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0000"/>
                </a:solidFill>
                <a:latin typeface="Microsoft YaHei"/>
              </a:rPr>
              <a:t>为什么设计成零间隙/轻微穿透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Microsoft YaHei"/>
              </a:rPr>
              <a:t>多体堆叠/密集场景在真实部署里天然容易出现零间隙或轻微穿透的初始条件，专门用这类边界状态去压测碰撞检测在数值敏感区域的稳定性；box_drop是真正的自由下落，初始没有接触，用来跟另外两个多体case做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6b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检查项：共18个，覆盖5个阶段（上）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0000"/>
                </a:solidFill>
                <a:latin typeface="Microsoft YaHei"/>
              </a:rPr>
              <a:t>每一步都要18个字段全部达标才算这一步通过，不是抽查　S3 + S4，共10个字段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581656"/>
                <a:gridCol w="4671568"/>
                <a:gridCol w="1598168"/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中文名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阈值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S3 碰撞检测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missed_rate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漏检率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硬门禁=0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normal_flip_rate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法向翻转率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硬门禁=0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ncon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接触点总数一致性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硬门禁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dist_abs_p95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穿透深度绝对误差95分位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pos_l2_p95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接触点位置误差95分位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normal_deg_p95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法向角度误差95分位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spurious_rate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虚检率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0.02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S4 构建约束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nefc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约束方程总行数一致性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硬门禁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efc_J_rel_p95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约束雅可比矩阵相对误差95分位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efc_pos_rel_p95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约束违反量相对误差95分位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7a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检查项：共18个，覆盖5个阶段（下）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0000"/>
                </a:solidFill>
                <a:latin typeface="Microsoft YaHei"/>
              </a:rPr>
              <a:t>S6 + S9 + S10，共8个字段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581656"/>
                <a:gridCol w="4671568"/>
                <a:gridCol w="1598168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中文名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阈值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S6 速度相关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efc_aref_rel_p95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约束参考加速度相对误差95分位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qfrc_bias_rel_p95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偏置力相对误差95分位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S9 约束求解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qacc_linf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关节加速度最大绝对误差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1.0e-2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qacc_rel_p95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关节加速度相对误差95分位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solver_niter_absdiff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求解器迭代次数绝对差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efc_force_rel_p95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约束力相对误差95分位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1.0e-2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S10 积分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qpos_linf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积分后关节位置最大绝对误差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qvel_linf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积分后关节速度最大绝对误差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7b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实测数据：252 / 300   通过率 84.0%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651760" cy="14630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00000"/>
                </a:solidFill>
                <a:latin typeface="Segoe UI"/>
              </a:rPr>
              <a:t>252/300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总通过数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84.0%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00200"/>
            <a:ext cx="2651760" cy="14630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6479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case数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× 20步 × 5阶段 = 300项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2651760" cy="14630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Segoe UI"/>
              </a:rPr>
              <a:t>1/3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完全干净的case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box_drop 单体场景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600200"/>
            <a:ext cx="2651760" cy="14630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76479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0000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已豁免的指标组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43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box_stack3 的 S9/S10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24612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157"/>
                <a:gridCol w="1169391"/>
                <a:gridCol w="1619157"/>
                <a:gridCol w="1619157"/>
                <a:gridCol w="1619157"/>
                <a:gridCol w="1709110"/>
                <a:gridCol w="170911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case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刚体数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box_drop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 单体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box_stack3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3 多体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18/20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10/20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3/20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20/20 已豁免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0000"/>
                          </a:solidFill>
                          <a:latin typeface="Microsoft YaHei"/>
                        </a:rPr>
                        <a:t>20/20 已豁免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spheres_20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 多体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19/20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20/20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合计(300项)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57/60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32/60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43/60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60/60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00000"/>
                          </a:solidFill>
                          <a:latin typeface="Microsoft YaHei"/>
                        </a:rPr>
                        <a:t>60/60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555"/>
                </a:solidFill>
                <a:latin typeface="Microsoft YaHei"/>
              </a:rPr>
              <a:t>box_stack3 的 S9/S10 已豁免：witness point 数学二义性已用独立 fp64 vs fp32 数据证实，不是实现问题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03 自由模式 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方法学改造前后对比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00000"/>
                </a:solidFill>
                <a:latin typeface="Microsoft YaHei"/>
              </a:rPr>
              <a:t>排序key对齐官方标准 + 跨阶段快照字段合并修复，带来12个百分点的真实提升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3108960" cy="17373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13432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00000"/>
                </a:solidFill>
                <a:latin typeface="Segoe UI"/>
              </a:rPr>
              <a:t>72.3%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改造前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217/300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9748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000000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148840"/>
            <a:ext cx="3108960" cy="17373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313432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C00000"/>
                </a:solidFill>
                <a:latin typeface="Segoe UI"/>
              </a:rPr>
              <a:t>84.0%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9718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Microsoft YaHei"/>
              </a:rPr>
              <a:t>改造后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291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252/300  +12个百分点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114800"/>
          <a:ext cx="749807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971"/>
                <a:gridCol w="1874519"/>
                <a:gridCol w="2249423"/>
                <a:gridCol w="1312163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改造前 pass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改造后 pass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S4 构建约束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21/60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32/60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+11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S6 速度相关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24/60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43/60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+19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S9 约束求解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55/60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60/60  全过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+5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S10 积分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60/60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60/60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持平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321040" y="4114800"/>
            <a:ext cx="3108960" cy="21945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2976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0000"/>
                </a:solidFill>
                <a:latin typeface="Microsoft YaHei"/>
              </a:rPr>
              <a:t>根因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66344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mjwarp泳道各阶段快照字段分散存储，排序函数要求的字段凑不齐，静默退化成不排序的裸比较。合并多阶段字段后才真正生效。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自由模式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04 阈值来源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哪些检查项直接照搬官方方法和阈值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31520"/>
                <a:gridCol w="3474720"/>
                <a:gridCol w="356616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官方出处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阈值来源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efc_J_rel_p95（约束雅可比矩阵相对误差95分位）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/ efc_pos_rel_p95（约束违反量相对误差95分位）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mjwarp constraint_test.py  assert_efc_eq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官方TOLERANCE = 5.0e-4，排序方法照抄官方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efc_aref_rel_p95（约束参考加速度相对误差95分位）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同上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官方TOLERANCE×2 = 1.0e-3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qfrc_bias_rel_p95（偏置力相对误差95分位）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mjwarp forward_test.py / smooth_test.py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官方TOLERANCE×10 = 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efc_force_rel_p95（约束力相对误差95分位）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mjwarp solver_test.py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官方TOLERANCE×20 = 1.0e-2，排序方法照抄官方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qpos_linf（关节位置最大绝对误差）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/ qvel_linf（关节速度最大绝对误差）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mjwarp forward_test.py  test_euler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官方TOLERANCE×10 = 5.0e-4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572000"/>
            <a:ext cx="5349240" cy="17373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00000"/>
                </a:solidFill>
                <a:latin typeface="Microsoft YaHei"/>
              </a:rPr>
              <a:t>本项目独立标定(非官方)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00000"/>
                </a:solidFill>
                <a:latin typeface="Microsoft YaHei"/>
              </a:rPr>
              <a:t>dist_abs_p95 / pos_l2_p95 / normal_deg_p95 / qacc_linf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00000"/>
                </a:solidFill>
                <a:latin typeface="Microsoft YaHei"/>
              </a:rPr>
              <a:t>用独立编译的fp32版本原生MuJoCo对照fp64实测出真实误差地板，余量16000至61000倍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4572000"/>
            <a:ext cx="5532120" cy="17373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00000"/>
                </a:solidFill>
                <a:latin typeface="Microsoft YaHei"/>
              </a:rPr>
              <a:t>尚无依据或未核实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074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00000"/>
                </a:solidFill>
                <a:latin typeface="Microsoft YaHei"/>
              </a:rPr>
              <a:t>spurious_rate / qacc_rel_p95：理论覆盖但真实地板未核实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00000"/>
                </a:solidFill>
                <a:latin typeface="Microsoft YaHei"/>
              </a:rPr>
              <a:t>solver_niter_absdiff：翻遍官方28个测试文件未找到依据，仍是借来的数字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阈值来源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5555"/>
                </a:solidFill>
                <a:latin typeface="Microsoft YaHei"/>
              </a:rPr>
              <a:t>05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00000"/>
                </a:solidFill>
                <a:latin typeface="Microsoft YaHei"/>
              </a:rPr>
              <a:t>两种模式小结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800600"/>
                <a:gridCol w="480060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混合模式 HYBRID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Microsoft YaHei"/>
                        </a:rPr>
                        <a:t>自由模式 FREE</a:t>
                      </a:r>
                    </a:p>
                  </a:txBody>
                  <a:tcPr marL="76200" marR="76200" marT="38100" marB="38100" anchor="ctr">
                    <a:solidFill>
                      <a:srgbClr val="F0F0F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跑法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只跑一次 mj_forward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各自独立跑20步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检查项数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8项(S3共7项 + S9简化1项)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18项(覆盖S3/S4/S6/S9/S10全部5阶段)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适用场景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静态/单步位形(analytic/primitive/degenerate)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多体动态场景(scene tier)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当前通过率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116/118  98.3%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  <a:latin typeface="Microsoft YaHei"/>
                        </a:rPr>
                        <a:t>252/300  84.0%(改造前72.3%)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开放问题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gjk_cylinder_box_margin 小幅超标未深究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box_stack3 残留异常已查清根因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NPU物理引擎优化评测  |  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00000"/>
                </a:solidFill>
                <a:latin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55555"/>
                </a:solidFill>
                <a:latin typeface="Microsoft YaHei"/>
              </a:rPr>
              <a:t>完整方法论与详细数据见项目 report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66160"/>
            <a:ext cx="1280160" cy="25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